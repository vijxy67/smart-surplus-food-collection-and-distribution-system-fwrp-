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F42B1"/>
    <a:srgbClr val="2B11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9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32997" y="689433"/>
            <a:ext cx="8534400" cy="87946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ARENA 1.0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422002"/>
            <a:ext cx="6446456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F5A04-AD45-2C1C-BB6C-28418008C7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217045" y="2230846"/>
            <a:ext cx="4264647" cy="3032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F24CE6-45BC-5DE4-7EBC-931162A9D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738" y="-1"/>
            <a:ext cx="2446446" cy="11700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732503" y="-89942"/>
            <a:ext cx="10363200" cy="147002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Food Waste Redistribution Platform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31334C7-E5FF-4F91-3A10-B33A1211A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1773889"/>
            <a:ext cx="8534400" cy="175260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F30371-B6D8-A4A1-6B87-97517728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090" y="62810"/>
            <a:ext cx="2434910" cy="1164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9C3B20-2533-8FDB-C5DA-AA21235AE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96720" cy="1696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1219200" y="78374"/>
            <a:ext cx="10363200" cy="139165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22398-4BE2-AE93-B463-ED6877DC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486" y="78374"/>
            <a:ext cx="2408514" cy="115189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AB07ACC-3B24-B6A9-3F2F-F5A999CFF93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0947" y="2086226"/>
            <a:ext cx="112844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914400">
              <a:spcBef>
                <a:spcPct val="0"/>
              </a:spcBef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914400">
              <a:spcBef>
                <a:spcPct val="0"/>
              </a:spcBef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l" defTabSz="9144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>
              <a:spcBef>
                <a:spcPct val="0"/>
              </a:spcBef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DBC7CA1-F06A-BE60-B4EC-D29675F8978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671484" y="3307887"/>
            <a:ext cx="10596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99592B8-6A51-2927-41E7-7AD95C7F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174B7CA-3A6B-251E-EFA1-BD65B6E3D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A994F49-7A7C-BFB3-3E5E-8D6FB9545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D90A785C-FCBB-C8D9-1A9B-9F0BCCFEA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8E8C863B-FF4E-A6A4-1F9D-F4A147F5D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86" y="1646506"/>
            <a:ext cx="3129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28A105CA-A8B2-E733-E2C1-668DAD243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52" y="1352621"/>
            <a:ext cx="11643712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hangingPunct="0">
              <a:buFontTx/>
              <a:buChar char="•"/>
            </a:pPr>
            <a:r>
              <a:rPr lang="en-US" sz="2800" dirty="0"/>
              <a:t>Reduces food wastage by </a:t>
            </a:r>
            <a:r>
              <a:rPr lang="en-US" sz="2800" b="1" dirty="0"/>
              <a:t>redirecting surplus food</a:t>
            </a:r>
            <a:r>
              <a:rPr lang="en-US" sz="2800" dirty="0"/>
              <a:t> instead of letting it be discarded.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Waste Redistribution Platform (FWRP)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digital solution that connects food donors (restaurants, households, events) with receivers (NGOs, shelters, individuals in need). </a:t>
            </a:r>
          </a:p>
          <a:p>
            <a:pPr lvl="0" defTabSz="914400" eaLnBrk="0" hangingPunct="0">
              <a:buFontTx/>
              <a:buChar char="•"/>
            </a:pPr>
            <a:r>
              <a:rPr lang="en-US" sz="2800" dirty="0"/>
              <a:t>Combines </a:t>
            </a:r>
            <a:r>
              <a:rPr lang="en-US" sz="2800" b="1" dirty="0"/>
              <a:t>food donation + location tracking + real-time availability</a:t>
            </a:r>
            <a:r>
              <a:rPr lang="en-US" sz="2800" dirty="0"/>
              <a:t> in a single platform.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5E5341-B194-5F69-5A2E-C927DEAD4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96720" cy="1696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845574" y="3750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447AA-A453-02F7-4645-4C2E946F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613" y="37509"/>
            <a:ext cx="2389909" cy="1143000"/>
          </a:xfrm>
          <a:prstGeom prst="rect">
            <a:avLst/>
          </a:prstGeom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362D3FEF-ADB4-618D-0BB1-DB3CBCC3C1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25600" y="1700820"/>
            <a:ext cx="77724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Technically easy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web/mobile technologies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development and maintenance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Easily scalable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to national level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defTabSz="914400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Food safety and hygiene concerns </a:t>
            </a:r>
          </a:p>
          <a:p>
            <a:pPr lvl="0" algn="l" defTabSz="914400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Lack of trust between users </a:t>
            </a:r>
          </a:p>
          <a:p>
            <a:pPr lvl="0" algn="l" defTabSz="914400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Transportation and logistics issues </a:t>
            </a:r>
          </a:p>
          <a:p>
            <a:pPr lvl="0" algn="l" defTabSz="914400">
              <a:spcBef>
                <a:spcPct val="0"/>
              </a:spcBef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DB44D2E-C878-2A02-9E33-1A7CF9099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32FA654-E2A7-C746-0F0F-0B37B7DBA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376168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C31B90-7078-BE90-DC7C-4E499CD39422}"/>
              </a:ext>
            </a:extLst>
          </p:cNvPr>
          <p:cNvSpPr txBox="1"/>
          <p:nvPr/>
        </p:nvSpPr>
        <p:spPr>
          <a:xfrm>
            <a:off x="1595120" y="4262230"/>
            <a:ext cx="680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hangingPunct="0"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Add </a:t>
            </a:r>
            <a:r>
              <a:rPr lang="en-US" altLang="en-US" sz="2400" b="1" dirty="0">
                <a:latin typeface="Arial" panose="020B0604020202020204" pitchFamily="34" charset="0"/>
              </a:rPr>
              <a:t>user verification and rating system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with NGOs for </a:t>
            </a:r>
            <a:r>
              <a:rPr lang="en-US" altLang="en-US" sz="2400" dirty="0" err="1">
                <a:latin typeface="Arial" panose="020B0604020202020204" pitchFamily="34" charset="0"/>
              </a:rPr>
              <a:t>logiPartnerstics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4" defTabSz="914400" eaLnBrk="0" hangingPunct="0"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832930-8D47-B2DC-3AC3-560F49D82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96720" cy="1696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786580" y="0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16554A4-1359-70C9-B50C-FD415C0F8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7" y="1676400"/>
            <a:ext cx="8534400" cy="1752600"/>
          </a:xfrm>
        </p:spPr>
        <p:txBody>
          <a:bodyPr/>
          <a:lstStyle/>
          <a:p>
            <a:pPr marL="342900" lvl="0" indent="-342900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914400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Significant reduction in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daily food wastage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at local and community levels </a:t>
            </a:r>
          </a:p>
          <a:p>
            <a:pPr lvl="0" algn="l" defTabSz="914400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Improved access to food for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underprivileged individuals and NGOs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algn="l" defTabSz="914400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Creation of a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more connected and supportive community network</a:t>
            </a:r>
          </a:p>
          <a:p>
            <a:pPr lvl="0" algn="l" defTabSz="914400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algn="l" defTabSz="914400">
              <a:spcBef>
                <a:spcPct val="0"/>
              </a:spcBef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88FD7-83C5-864B-B857-CAE6A2B12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261" y="31288"/>
            <a:ext cx="2455738" cy="11744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A3FA5E-0316-7C0F-A475-F00A523A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5007" y="14917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2631A3-E36E-4FB0-DAA9-21C4D98CC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5007" y="3747423"/>
            <a:ext cx="102290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reduce hunger and food insecurity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community collaboration and social responsibility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E1CBD7-C3F5-2BF6-9D26-1DE4C3CE5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96720" cy="1696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914400" y="-4071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227494-6032-AF9F-B29D-1DF72734A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271" y="17404"/>
            <a:ext cx="2407412" cy="115137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FC80C00-BFA0-999A-5DE6-30D09E3F8F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2640" y="2097923"/>
            <a:ext cx="1101344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According to the Food and Agriculture Organization (FAO), nearly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one-third of all food produced globally is wasted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United Nations Environment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(UNEP) reports that food waste contributes significantly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greenhouse gas emissions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575FA-C869-5D38-5419-75C33610A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96720" cy="1696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7928</TotalTime>
  <Words>280</Words>
  <Application>Microsoft Office PowerPoint</Application>
  <PresentationFormat>Widescreen</PresentationFormat>
  <Paragraphs>71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QUANTUM ARENA 1.0</vt:lpstr>
      <vt:lpstr> Food Waste Redistribution Platform </vt:lpstr>
      <vt:lpstr>TECHNICAL 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Santosh A</cp:lastModifiedBy>
  <cp:revision>154</cp:revision>
  <dcterms:created xsi:type="dcterms:W3CDTF">2013-12-12T18:46:50Z</dcterms:created>
  <dcterms:modified xsi:type="dcterms:W3CDTF">2026-04-17T15:55:12Z</dcterms:modified>
  <cp:category/>
</cp:coreProperties>
</file>